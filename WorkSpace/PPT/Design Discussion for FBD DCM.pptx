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60" r:id="rId4"/>
    <p:sldId id="257" r:id="rId5"/>
    <p:sldId id="262" r:id="rId6"/>
    <p:sldId id="264" r:id="rId7"/>
    <p:sldId id="258" r:id="rId8"/>
    <p:sldId id="261" r:id="rId9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-366" y="12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809B8-1A0F-4B35-83F1-57BF1C8EE47F}" type="datetimeFigureOut">
              <a:rPr lang="zh-TW" altLang="en-US" smtClean="0"/>
              <a:t>2021/10/7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7D85B-3C6C-4299-A83A-44FBC9A39EC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308635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809B8-1A0F-4B35-83F1-57BF1C8EE47F}" type="datetimeFigureOut">
              <a:rPr lang="zh-TW" altLang="en-US" smtClean="0"/>
              <a:t>2021/10/7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7D85B-3C6C-4299-A83A-44FBC9A39EC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423869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809B8-1A0F-4B35-83F1-57BF1C8EE47F}" type="datetimeFigureOut">
              <a:rPr lang="zh-TW" altLang="en-US" smtClean="0"/>
              <a:t>2021/10/7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7D85B-3C6C-4299-A83A-44FBC9A39EC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185109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809B8-1A0F-4B35-83F1-57BF1C8EE47F}" type="datetimeFigureOut">
              <a:rPr lang="zh-TW" altLang="en-US" smtClean="0"/>
              <a:t>2021/10/7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7D85B-3C6C-4299-A83A-44FBC9A39EC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019306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809B8-1A0F-4B35-83F1-57BF1C8EE47F}" type="datetimeFigureOut">
              <a:rPr lang="zh-TW" altLang="en-US" smtClean="0"/>
              <a:t>2021/10/7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7D85B-3C6C-4299-A83A-44FBC9A39EC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068329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809B8-1A0F-4B35-83F1-57BF1C8EE47F}" type="datetimeFigureOut">
              <a:rPr lang="zh-TW" altLang="en-US" smtClean="0"/>
              <a:t>2021/10/7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7D85B-3C6C-4299-A83A-44FBC9A39EC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842754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809B8-1A0F-4B35-83F1-57BF1C8EE47F}" type="datetimeFigureOut">
              <a:rPr lang="zh-TW" altLang="en-US" smtClean="0"/>
              <a:t>2021/10/7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7D85B-3C6C-4299-A83A-44FBC9A39EC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031473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809B8-1A0F-4B35-83F1-57BF1C8EE47F}" type="datetimeFigureOut">
              <a:rPr lang="zh-TW" altLang="en-US" smtClean="0"/>
              <a:t>2021/10/7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7D85B-3C6C-4299-A83A-44FBC9A39EC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329182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809B8-1A0F-4B35-83F1-57BF1C8EE47F}" type="datetimeFigureOut">
              <a:rPr lang="zh-TW" altLang="en-US" smtClean="0"/>
              <a:t>2021/10/7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7D85B-3C6C-4299-A83A-44FBC9A39EC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974792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809B8-1A0F-4B35-83F1-57BF1C8EE47F}" type="datetimeFigureOut">
              <a:rPr lang="zh-TW" altLang="en-US" smtClean="0"/>
              <a:t>2021/10/7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7D85B-3C6C-4299-A83A-44FBC9A39EC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75062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809B8-1A0F-4B35-83F1-57BF1C8EE47F}" type="datetimeFigureOut">
              <a:rPr lang="zh-TW" altLang="en-US" smtClean="0"/>
              <a:t>2021/10/7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7D85B-3C6C-4299-A83A-44FBC9A39EC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89022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2809B8-1A0F-4B35-83F1-57BF1C8EE47F}" type="datetimeFigureOut">
              <a:rPr lang="zh-TW" altLang="en-US" smtClean="0"/>
              <a:t>2021/10/7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47D85B-3C6C-4299-A83A-44FBC9A39EC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16140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Design Discussion for </a:t>
            </a:r>
            <a:br>
              <a:rPr lang="en-US" altLang="zh-TW" dirty="0" smtClean="0"/>
            </a:br>
            <a:r>
              <a:rPr lang="en-US" altLang="zh-TW" dirty="0" smtClean="0"/>
              <a:t>FBD Decimation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 smtClean="0"/>
              <a:t>Jerry Chang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63901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Features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YUV420 to YUV420</a:t>
            </a:r>
          </a:p>
          <a:p>
            <a:r>
              <a:rPr lang="en-US" altLang="zh-TW" dirty="0" smtClean="0"/>
              <a:t>Support scaling-down ratios </a:t>
            </a:r>
          </a:p>
          <a:p>
            <a:pPr lvl="1"/>
            <a:r>
              <a:rPr lang="en-US" altLang="zh-TW" dirty="0" smtClean="0"/>
              <a:t>1/2, 1/4, and 1/8. </a:t>
            </a:r>
          </a:p>
          <a:p>
            <a:r>
              <a:rPr lang="en-US" altLang="zh-TW" dirty="0" smtClean="0"/>
              <a:t>Down-sampled image can be wrote-back to DRAM which follows the reading format of JPEG RENDER.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575475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System Overview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4" name="圖片 3" descr="E:\DDFCH_SFH980_V2.jp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1340768"/>
            <a:ext cx="7848872" cy="5400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73960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Design Diagram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YUV420 to YUV420</a:t>
            </a:r>
            <a:endParaRPr lang="zh-TW" altLang="en-US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2275890"/>
            <a:ext cx="8526091" cy="34865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14530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Timing Status &amp; Decimation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See .</a:t>
            </a:r>
            <a:r>
              <a:rPr lang="en-US" altLang="zh-TW" dirty="0" err="1" smtClean="0"/>
              <a:t>xls</a:t>
            </a:r>
            <a:r>
              <a:rPr lang="en-US" altLang="zh-TW" dirty="0" smtClean="0"/>
              <a:t> file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85774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Control Flow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Step1: Setup FBD </a:t>
            </a:r>
            <a:r>
              <a:rPr lang="en-US" altLang="zh-TW" dirty="0" smtClean="0"/>
              <a:t>DCM </a:t>
            </a:r>
            <a:r>
              <a:rPr lang="en-US" altLang="zh-TW" dirty="0" smtClean="0"/>
              <a:t>registers</a:t>
            </a:r>
          </a:p>
          <a:p>
            <a:r>
              <a:rPr lang="en-US" altLang="zh-TW" dirty="0" smtClean="0"/>
              <a:t>Step2: Setup the FBDs registers</a:t>
            </a:r>
          </a:p>
          <a:p>
            <a:r>
              <a:rPr lang="en-US" altLang="zh-TW" dirty="0" smtClean="0"/>
              <a:t>Step3: Start FBD fetching</a:t>
            </a:r>
          </a:p>
          <a:p>
            <a:r>
              <a:rPr lang="en-US" altLang="zh-TW" dirty="0" smtClean="0"/>
              <a:t>Step4: Wait until FBD </a:t>
            </a:r>
            <a:r>
              <a:rPr lang="en-US" altLang="zh-TW" dirty="0" smtClean="0"/>
              <a:t>DCM </a:t>
            </a:r>
            <a:r>
              <a:rPr lang="en-US" altLang="zh-TW" dirty="0" smtClean="0"/>
              <a:t>interrupt triggered.</a:t>
            </a:r>
          </a:p>
          <a:p>
            <a:r>
              <a:rPr lang="en-US" altLang="zh-TW" dirty="0" smtClean="0"/>
              <a:t>Step5: Return to Step 1 for a new frame.</a:t>
            </a:r>
          </a:p>
          <a:p>
            <a:pPr marL="0" indent="0">
              <a:buNone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94847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Local Sim Patterns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altLang="zh-TW" dirty="0" smtClean="0"/>
              <a:t>Patterns</a:t>
            </a:r>
          </a:p>
          <a:p>
            <a:pPr lvl="1"/>
            <a:r>
              <a:rPr lang="en-US" altLang="zh-TW" dirty="0" smtClean="0"/>
              <a:t>DDFCH_4096x2160P_COMP_DEC1</a:t>
            </a:r>
          </a:p>
          <a:p>
            <a:pPr lvl="1"/>
            <a:r>
              <a:rPr lang="en-US" altLang="zh-TW" dirty="0" smtClean="0"/>
              <a:t>DDFCH_4096x2160P_COMP_DEC2</a:t>
            </a:r>
          </a:p>
          <a:p>
            <a:pPr lvl="1"/>
            <a:r>
              <a:rPr lang="en-US" altLang="zh-TW" dirty="0" smtClean="0"/>
              <a:t>DDFCH_4096x2160P_COMP_DEC4</a:t>
            </a:r>
          </a:p>
          <a:p>
            <a:pPr lvl="1"/>
            <a:r>
              <a:rPr lang="en-US" altLang="zh-TW" dirty="0" smtClean="0"/>
              <a:t>DDFCH_4096x2160P_COMP_DEC8</a:t>
            </a:r>
          </a:p>
          <a:p>
            <a:pPr lvl="1"/>
            <a:r>
              <a:rPr lang="en-US" altLang="zh-TW" dirty="0" smtClean="0"/>
              <a:t>DDFCH_4096x2160P_COMP_FieldMode_DEC1</a:t>
            </a:r>
          </a:p>
          <a:p>
            <a:pPr lvl="1"/>
            <a:r>
              <a:rPr lang="en-US" altLang="zh-TW" dirty="0" smtClean="0"/>
              <a:t>DDFCH_4096x2160P_COMP_FieldMode_DEC2</a:t>
            </a:r>
          </a:p>
          <a:p>
            <a:pPr lvl="1"/>
            <a:r>
              <a:rPr lang="en-US" altLang="zh-TW" dirty="0" smtClean="0"/>
              <a:t>DDFCH_4096x2160P_COMP_FieldMode_DEC4</a:t>
            </a:r>
          </a:p>
          <a:p>
            <a:pPr lvl="1"/>
            <a:r>
              <a:rPr lang="en-US" altLang="zh-TW" dirty="0" smtClean="0"/>
              <a:t>DDFCH_4096x2160P_COMP_FieldMode_DEC8</a:t>
            </a:r>
          </a:p>
          <a:p>
            <a:pPr lvl="1"/>
            <a:r>
              <a:rPr lang="en-US" altLang="zh-TW" dirty="0" smtClean="0"/>
              <a:t>DDFCH_1080P_COMP_DEC8</a:t>
            </a:r>
          </a:p>
          <a:p>
            <a:pPr lvl="1"/>
            <a:r>
              <a:rPr lang="en-US" altLang="zh-TW" dirty="0" smtClean="0"/>
              <a:t>DDFCH_1080P_COMP_FieldMode_DEC8</a:t>
            </a:r>
          </a:p>
          <a:p>
            <a:r>
              <a:rPr lang="en-US" altLang="zh-TW" dirty="0" smtClean="0"/>
              <a:t>Add a model (YUV Viewer) to capture the raw data and display it.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618597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Schedule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RTL Design (3 days)</a:t>
            </a:r>
          </a:p>
          <a:p>
            <a:r>
              <a:rPr lang="en-US" altLang="zh-TW" dirty="0" smtClean="0"/>
              <a:t>Verification (10 days)</a:t>
            </a:r>
          </a:p>
          <a:p>
            <a:r>
              <a:rPr lang="en-US" altLang="zh-TW" dirty="0" smtClean="0"/>
              <a:t>Document Writing (3 days)</a:t>
            </a:r>
          </a:p>
          <a:p>
            <a:r>
              <a:rPr lang="en-US" altLang="zh-TW" dirty="0" smtClean="0"/>
              <a:t>Target date: 10/25-10/29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89636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337</TotalTime>
  <Words>141</Words>
  <Application>Microsoft Office PowerPoint</Application>
  <PresentationFormat>如螢幕大小 (4:3)</PresentationFormat>
  <Paragraphs>36</Paragraphs>
  <Slides>8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9" baseType="lpstr">
      <vt:lpstr>Office 佈景主題</vt:lpstr>
      <vt:lpstr>Design Discussion for  FBD Decimation</vt:lpstr>
      <vt:lpstr>Features</vt:lpstr>
      <vt:lpstr>System Overview</vt:lpstr>
      <vt:lpstr>Design Diagram</vt:lpstr>
      <vt:lpstr>Timing Status &amp; Decimation</vt:lpstr>
      <vt:lpstr>Control Flow</vt:lpstr>
      <vt:lpstr>Local Sim Patterns</vt:lpstr>
      <vt:lpstr>Schedule</vt:lpstr>
    </vt:vector>
  </TitlesOfParts>
  <Company>Availink,Inc.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Jerry Chang 張宗賢</dc:creator>
  <cp:lastModifiedBy>Jerry Chang 張宗賢</cp:lastModifiedBy>
  <cp:revision>10</cp:revision>
  <dcterms:created xsi:type="dcterms:W3CDTF">2021-10-07T02:19:51Z</dcterms:created>
  <dcterms:modified xsi:type="dcterms:W3CDTF">2021-10-07T08:03:26Z</dcterms:modified>
</cp:coreProperties>
</file>