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319" r:id="rId3"/>
    <p:sldId id="314" r:id="rId4"/>
    <p:sldId id="320" r:id="rId5"/>
    <p:sldId id="316" r:id="rId6"/>
    <p:sldId id="315" r:id="rId7"/>
    <p:sldId id="321" r:id="rId8"/>
    <p:sldId id="318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4" autoAdjust="0"/>
    <p:restoredTop sz="94681" autoAdjust="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26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855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314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11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731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5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11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64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616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682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18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24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7E840-CF3A-4898-99E4-0F13A2D2627E}" type="datetimeFigureOut">
              <a:rPr lang="zh-TW" altLang="en-US" smtClean="0"/>
              <a:t>2019/4/11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F4BBF-9AF3-469B-8D49-3CD45320F1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95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Introduction of </a:t>
            </a:r>
            <a:br>
              <a:rPr lang="en-US" altLang="zh-TW" sz="4000" dirty="0" smtClean="0"/>
            </a:br>
            <a:r>
              <a:rPr lang="en-US" altLang="zh-TW" sz="4000" dirty="0" smtClean="0"/>
              <a:t>M4 </a:t>
            </a:r>
            <a:r>
              <a:rPr lang="en-US" altLang="zh-TW" sz="4000" dirty="0"/>
              <a:t>SSE-050 </a:t>
            </a:r>
            <a:r>
              <a:rPr lang="en-US" altLang="zh-TW" sz="4000" dirty="0" err="1"/>
              <a:t>Coremark</a:t>
            </a:r>
            <a:r>
              <a:rPr lang="en-US" altLang="zh-TW" sz="4000" dirty="0"/>
              <a:t> </a:t>
            </a:r>
            <a:r>
              <a:rPr lang="en-US" altLang="zh-TW" sz="4000" dirty="0" smtClean="0"/>
              <a:t>Build-Up</a:t>
            </a:r>
            <a:endParaRPr lang="zh-TW" altLang="en-US" sz="4000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Jerry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5305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SSE-050 Build-Up Steps</a:t>
            </a:r>
          </a:p>
          <a:p>
            <a:r>
              <a:rPr lang="en-US" altLang="zh-TW" dirty="0" err="1" smtClean="0"/>
              <a:t>Testcode</a:t>
            </a:r>
            <a:r>
              <a:rPr lang="en-US" altLang="zh-TW" dirty="0" smtClean="0"/>
              <a:t> Compilation </a:t>
            </a:r>
          </a:p>
          <a:p>
            <a:r>
              <a:rPr lang="en-US" altLang="zh-TW" dirty="0" err="1" smtClean="0"/>
              <a:t>CoreMark</a:t>
            </a:r>
            <a:r>
              <a:rPr lang="en-US" altLang="zh-TW" dirty="0" smtClean="0"/>
              <a:t> Porting for SSE050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Run Simulations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06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SSE-050 Build-Up </a:t>
            </a:r>
            <a:r>
              <a:rPr lang="en-US" altLang="zh-TW" dirty="0" smtClean="0"/>
              <a:t>Step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Steps 1: Copy files</a:t>
            </a:r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2"/>
            <a:ext cx="63531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85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SSE-050 Build-Up 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2</a:t>
            </a:r>
          </a:p>
          <a:p>
            <a:pPr marL="457200" lvl="1" indent="0">
              <a:buNone/>
            </a:pPr>
            <a:r>
              <a:rPr lang="en-US" altLang="zh-TW" dirty="0" smtClean="0"/>
              <a:t>Modify the IP install dir. &amp; confirm the necessary IPs </a:t>
            </a:r>
            <a:endParaRPr lang="en-US" altLang="zh-TW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80928"/>
            <a:ext cx="7546801" cy="3877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978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SSE-050 Build-Up </a:t>
            </a:r>
            <a:r>
              <a:rPr lang="en-US" altLang="zh-TW" dirty="0" smtClean="0"/>
              <a:t>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Step3</a:t>
            </a:r>
          </a:p>
          <a:p>
            <a:pPr marL="457200" lvl="1" indent="0">
              <a:buNone/>
            </a:pPr>
            <a:r>
              <a:rPr lang="en-US" altLang="zh-TW" dirty="0" smtClean="0"/>
              <a:t>Execute render_sse050.sh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68960"/>
            <a:ext cx="79914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331640" y="5013176"/>
            <a:ext cx="446449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17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err="1"/>
              <a:t>Testcode</a:t>
            </a:r>
            <a:r>
              <a:rPr lang="en-US" altLang="zh-TW" sz="3200" dirty="0"/>
              <a:t> Compilation </a:t>
            </a:r>
            <a:r>
              <a:rPr lang="en-US" altLang="zh-TW" sz="3600" dirty="0" smtClean="0"/>
              <a:t/>
            </a:r>
            <a:br>
              <a:rPr lang="en-US" altLang="zh-TW" sz="3600" dirty="0" smtClean="0"/>
            </a:br>
            <a:r>
              <a:rPr lang="en-US" altLang="zh-TW" sz="2800" dirty="0" smtClean="0"/>
              <a:t>Main Directories for SSE-050 Subsystem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856"/>
          <a:stretch/>
        </p:blipFill>
        <p:spPr bwMode="auto">
          <a:xfrm>
            <a:off x="251520" y="1471608"/>
            <a:ext cx="3384376" cy="511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向右箭號 7"/>
          <p:cNvSpPr/>
          <p:nvPr/>
        </p:nvSpPr>
        <p:spPr>
          <a:xfrm flipH="1">
            <a:off x="3059832" y="5517232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635896" y="5789150"/>
            <a:ext cx="5670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Library files for software integration tests</a:t>
            </a:r>
          </a:p>
          <a:p>
            <a:endParaRPr lang="en-US" altLang="zh-TW" dirty="0"/>
          </a:p>
        </p:txBody>
      </p:sp>
      <p:sp>
        <p:nvSpPr>
          <p:cNvPr id="12" name="向右箭號 11"/>
          <p:cNvSpPr/>
          <p:nvPr/>
        </p:nvSpPr>
        <p:spPr>
          <a:xfrm flipH="1">
            <a:off x="2106182" y="5916798"/>
            <a:ext cx="152971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635896" y="5414483"/>
            <a:ext cx="5670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Project files for each test code </a:t>
            </a:r>
          </a:p>
          <a:p>
            <a:endParaRPr lang="en-US" altLang="zh-TW" dirty="0"/>
          </a:p>
        </p:txBody>
      </p:sp>
      <p:sp>
        <p:nvSpPr>
          <p:cNvPr id="4" name="矩形 3"/>
          <p:cNvSpPr/>
          <p:nvPr/>
        </p:nvSpPr>
        <p:spPr>
          <a:xfrm>
            <a:off x="827584" y="2348880"/>
            <a:ext cx="72008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16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err="1"/>
              <a:t>Testcode</a:t>
            </a:r>
            <a:r>
              <a:rPr lang="en-US" altLang="zh-TW" sz="3200" dirty="0"/>
              <a:t> Compilation </a:t>
            </a:r>
            <a:r>
              <a:rPr lang="en-US" altLang="zh-TW" sz="3600" dirty="0" smtClean="0"/>
              <a:t/>
            </a:r>
            <a:br>
              <a:rPr lang="en-US" altLang="zh-TW" sz="3600" dirty="0" smtClean="0"/>
            </a:b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856"/>
          <a:stretch/>
        </p:blipFill>
        <p:spPr bwMode="auto">
          <a:xfrm>
            <a:off x="251520" y="1471608"/>
            <a:ext cx="3384376" cy="511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向右箭號 7"/>
          <p:cNvSpPr/>
          <p:nvPr/>
        </p:nvSpPr>
        <p:spPr>
          <a:xfrm flipH="1">
            <a:off x="3059832" y="5517232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635896" y="2133726"/>
            <a:ext cx="5670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1. Copy this folder to WINDOWS</a:t>
            </a:r>
          </a:p>
          <a:p>
            <a:endParaRPr lang="en-US" altLang="zh-TW" dirty="0"/>
          </a:p>
        </p:txBody>
      </p:sp>
      <p:sp>
        <p:nvSpPr>
          <p:cNvPr id="11" name="矩形 10"/>
          <p:cNvSpPr/>
          <p:nvPr/>
        </p:nvSpPr>
        <p:spPr>
          <a:xfrm>
            <a:off x="3635896" y="5414483"/>
            <a:ext cx="56703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2. Build Project using KEIL Compiler in this folder</a:t>
            </a:r>
          </a:p>
          <a:p>
            <a:r>
              <a:rPr lang="en-US" altLang="zh-TW" dirty="0" smtClean="0"/>
              <a:t>3. Put .bin into the original folder in workstation</a:t>
            </a:r>
          </a:p>
          <a:p>
            <a:endParaRPr lang="en-US" altLang="zh-TW" dirty="0"/>
          </a:p>
        </p:txBody>
      </p:sp>
      <p:sp>
        <p:nvSpPr>
          <p:cNvPr id="4" name="矩形 3"/>
          <p:cNvSpPr/>
          <p:nvPr/>
        </p:nvSpPr>
        <p:spPr>
          <a:xfrm>
            <a:off x="827584" y="2348880"/>
            <a:ext cx="72008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右箭號 13"/>
          <p:cNvSpPr/>
          <p:nvPr/>
        </p:nvSpPr>
        <p:spPr>
          <a:xfrm flipH="1">
            <a:off x="1655676" y="2384884"/>
            <a:ext cx="198022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85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CoreMark</a:t>
            </a:r>
            <a:r>
              <a:rPr lang="en-US" altLang="zh-TW" dirty="0"/>
              <a:t> Porting for SSE050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856984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3300" dirty="0" smtClean="0"/>
              <a:t>Download codes from </a:t>
            </a:r>
            <a:r>
              <a:rPr lang="en-US" altLang="zh-TW" sz="3300" dirty="0" err="1" smtClean="0"/>
              <a:t>github</a:t>
            </a:r>
            <a:r>
              <a:rPr lang="en-US" altLang="zh-TW" sz="3300" dirty="0"/>
              <a:t> </a:t>
            </a:r>
            <a:r>
              <a:rPr lang="en-US" altLang="zh-TW" sz="3300" dirty="0" smtClean="0"/>
              <a:t>&amp; put source code to “./software”</a:t>
            </a:r>
          </a:p>
          <a:p>
            <a:r>
              <a:rPr lang="en-US" altLang="zh-TW" sz="3300" dirty="0" smtClean="0"/>
              <a:t>Change MEM_METHOD to MEM_STATIC</a:t>
            </a:r>
          </a:p>
          <a:p>
            <a:r>
              <a:rPr lang="en-US" altLang="zh-TW" sz="3300" dirty="0" smtClean="0"/>
              <a:t>Add </a:t>
            </a:r>
            <a:r>
              <a:rPr lang="en-US" altLang="zh-TW" sz="3300" dirty="0"/>
              <a:t>UART </a:t>
            </a:r>
            <a:r>
              <a:rPr lang="en-US" altLang="zh-TW" sz="3300" dirty="0" smtClean="0"/>
              <a:t>&amp; </a:t>
            </a:r>
            <a:r>
              <a:rPr lang="en-US" altLang="zh-TW" sz="3300" dirty="0" err="1" smtClean="0"/>
              <a:t>SystemTick</a:t>
            </a:r>
            <a:r>
              <a:rPr lang="en-US" altLang="zh-TW" sz="3300" dirty="0" smtClean="0"/>
              <a:t> initial process </a:t>
            </a:r>
          </a:p>
          <a:p>
            <a:r>
              <a:rPr lang="en-US" altLang="zh-TW" sz="3300" dirty="0" smtClean="0"/>
              <a:t>implement clock() by </a:t>
            </a:r>
            <a:r>
              <a:rPr lang="en-US" altLang="zh-TW" sz="3300" dirty="0" err="1" smtClean="0"/>
              <a:t>SysTick</a:t>
            </a:r>
            <a:endParaRPr lang="en-US" altLang="zh-TW" sz="3300" dirty="0" smtClean="0"/>
          </a:p>
          <a:p>
            <a:pPr lvl="1"/>
            <a:r>
              <a:rPr lang="en-US" altLang="zh-TW" dirty="0" smtClean="0"/>
              <a:t>Uses </a:t>
            </a:r>
            <a:r>
              <a:rPr lang="en-US" altLang="zh-TW" dirty="0" err="1" smtClean="0"/>
              <a:t>SystemTick</a:t>
            </a:r>
            <a:r>
              <a:rPr lang="en-US" altLang="zh-TW" dirty="0" smtClean="0"/>
              <a:t> in M3 to calculate the execution time</a:t>
            </a:r>
          </a:p>
          <a:p>
            <a:r>
              <a:rPr lang="en-US" altLang="zh-TW" sz="3300" dirty="0" smtClean="0"/>
              <a:t>Change operating clock freq. setting in C code</a:t>
            </a:r>
          </a:p>
          <a:p>
            <a:r>
              <a:rPr lang="en-US" altLang="zh-TW" sz="3300" dirty="0" smtClean="0"/>
              <a:t>Change compiler version and coefficients</a:t>
            </a:r>
          </a:p>
          <a:p>
            <a:r>
              <a:rPr lang="en-US" altLang="zh-TW" sz="3300" dirty="0" smtClean="0"/>
              <a:t>Change TOOL_CHAIN and SIM in </a:t>
            </a:r>
            <a:r>
              <a:rPr lang="en-US" altLang="zh-TW" sz="3300" dirty="0" err="1" smtClean="0"/>
              <a:t>make.cfg</a:t>
            </a:r>
            <a:endParaRPr lang="en-US" altLang="zh-TW" sz="3300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932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Download codes from </a:t>
            </a:r>
            <a:r>
              <a:rPr lang="en-US" altLang="zh-TW" dirty="0" err="1" smtClean="0"/>
              <a:t>github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2776"/>
            <a:ext cx="8841326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接點 4"/>
          <p:cNvCxnSpPr/>
          <p:nvPr/>
        </p:nvCxnSpPr>
        <p:spPr>
          <a:xfrm>
            <a:off x="1331640" y="5373216"/>
            <a:ext cx="0" cy="122413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187624" y="6530860"/>
            <a:ext cx="49971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dirty="0" smtClean="0"/>
              <a:t>elated with performance </a:t>
            </a:r>
            <a:r>
              <a:rPr lang="en-US" altLang="zh-TW" dirty="0" err="1" smtClean="0"/>
              <a:t>evaulation</a:t>
            </a:r>
            <a:r>
              <a:rPr lang="en-US" altLang="zh-TW" dirty="0" smtClean="0"/>
              <a:t> process</a:t>
            </a:r>
          </a:p>
          <a:p>
            <a:endParaRPr lang="en-US" altLang="zh-TW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1282155" y="4041068"/>
            <a:ext cx="0" cy="1800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87624" y="4221088"/>
            <a:ext cx="49971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R</a:t>
            </a:r>
            <a:r>
              <a:rPr lang="en-US" altLang="zh-TW" dirty="0" smtClean="0"/>
              <a:t>elated with system setting</a:t>
            </a:r>
          </a:p>
          <a:p>
            <a:endParaRPr lang="en-US" altLang="zh-TW" dirty="0"/>
          </a:p>
        </p:txBody>
      </p:sp>
      <p:sp>
        <p:nvSpPr>
          <p:cNvPr id="9" name="矩形 8"/>
          <p:cNvSpPr/>
          <p:nvPr/>
        </p:nvSpPr>
        <p:spPr>
          <a:xfrm>
            <a:off x="5747763" y="6473620"/>
            <a:ext cx="3345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Move </a:t>
            </a:r>
            <a:r>
              <a:rPr lang="en-US" altLang="zh-TW" dirty="0">
                <a:solidFill>
                  <a:srgbClr val="FF0000"/>
                </a:solidFill>
              </a:rPr>
              <a:t>source code </a:t>
            </a:r>
            <a:r>
              <a:rPr lang="en-US" altLang="zh-TW" dirty="0" smtClean="0">
                <a:solidFill>
                  <a:srgbClr val="FF0000"/>
                </a:solidFill>
              </a:rPr>
              <a:t>to </a:t>
            </a:r>
            <a:r>
              <a:rPr lang="en-US" altLang="zh-TW" dirty="0">
                <a:solidFill>
                  <a:srgbClr val="FF0000"/>
                </a:solidFill>
              </a:rPr>
              <a:t>“./software”</a:t>
            </a:r>
          </a:p>
        </p:txBody>
      </p:sp>
    </p:spTree>
    <p:extLst>
      <p:ext uri="{BB962C8B-B14F-4D97-AF65-F5344CB8AC3E}">
        <p14:creationId xmlns:p14="http://schemas.microsoft.com/office/powerpoint/2010/main" val="422770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Change MEM_METHOD to </a:t>
            </a:r>
            <a:r>
              <a:rPr lang="en-US" altLang="zh-TW" sz="3600" dirty="0" smtClean="0"/>
              <a:t>MEM_STATIC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Follow the setting of F87382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76871"/>
            <a:ext cx="6840760" cy="4150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617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Add UART &amp; </a:t>
            </a:r>
            <a:r>
              <a:rPr lang="en-US" altLang="zh-TW" dirty="0" err="1"/>
              <a:t>SystemTick</a:t>
            </a:r>
            <a:r>
              <a:rPr lang="en-US" altLang="zh-TW" dirty="0"/>
              <a:t> initial process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631507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289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Implement </a:t>
            </a:r>
            <a:r>
              <a:rPr lang="en-US" altLang="zh-TW" dirty="0"/>
              <a:t>clock() by </a:t>
            </a:r>
            <a:r>
              <a:rPr lang="en-US" altLang="zh-TW" dirty="0" err="1" smtClean="0"/>
              <a:t>SysTick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Time Calculation</a:t>
            </a:r>
            <a:endParaRPr lang="zh-TW" alt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4524375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線接點 6"/>
          <p:cNvCxnSpPr/>
          <p:nvPr/>
        </p:nvCxnSpPr>
        <p:spPr>
          <a:xfrm flipH="1">
            <a:off x="1043608" y="5229200"/>
            <a:ext cx="19442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87624" y="2564904"/>
            <a:ext cx="115212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187624" y="5301207"/>
            <a:ext cx="1800200" cy="348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269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 clock() by </a:t>
            </a:r>
            <a:r>
              <a:rPr lang="en-US" altLang="zh-TW" dirty="0" err="1"/>
              <a:t>SysTick</a:t>
            </a:r>
            <a:endParaRPr lang="zh-TW" alt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96752"/>
            <a:ext cx="5976664" cy="5552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835696" y="2564904"/>
            <a:ext cx="1800200" cy="348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691680" y="4149080"/>
            <a:ext cx="2880320" cy="174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001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Change operating clock freq. setting in C </a:t>
            </a:r>
            <a:r>
              <a:rPr lang="en-US" altLang="zh-TW" sz="3200" dirty="0" smtClean="0"/>
              <a:t>code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/>
              <a:t>default_num_contexts</a:t>
            </a:r>
            <a:r>
              <a:rPr lang="en-US" altLang="zh-TW" dirty="0"/>
              <a:t>*results[0].</a:t>
            </a:r>
            <a:r>
              <a:rPr lang="en-US" altLang="zh-TW" dirty="0" smtClean="0"/>
              <a:t>iterations</a:t>
            </a:r>
          </a:p>
          <a:p>
            <a:pPr lvl="1"/>
            <a:r>
              <a:rPr lang="en-US" altLang="zh-TW" dirty="0" smtClean="0"/>
              <a:t>Iteration times of </a:t>
            </a:r>
            <a:r>
              <a:rPr lang="en-US" altLang="zh-TW" dirty="0" err="1" smtClean="0"/>
              <a:t>CoreMark</a:t>
            </a:r>
            <a:endParaRPr lang="en-US" altLang="zh-TW" dirty="0" smtClean="0"/>
          </a:p>
          <a:p>
            <a:r>
              <a:rPr lang="en-US" altLang="zh-TW" dirty="0" err="1"/>
              <a:t>time_in_secs</a:t>
            </a:r>
            <a:r>
              <a:rPr lang="en-US" altLang="zh-TW" dirty="0"/>
              <a:t>(</a:t>
            </a:r>
            <a:r>
              <a:rPr lang="en-US" altLang="zh-TW" dirty="0" err="1"/>
              <a:t>total_time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Execution time (s)</a:t>
            </a:r>
          </a:p>
          <a:p>
            <a:r>
              <a:rPr lang="en-US" altLang="zh-TW" dirty="0"/>
              <a:t>/</a:t>
            </a:r>
            <a:r>
              <a:rPr lang="en-US" altLang="zh-TW" dirty="0" smtClean="0"/>
              <a:t>25.0</a:t>
            </a:r>
          </a:p>
          <a:p>
            <a:pPr lvl="1"/>
            <a:r>
              <a:rPr lang="en-US" altLang="zh-TW" dirty="0" smtClean="0"/>
              <a:t>System Operating freq.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8" r="11005" b="50025"/>
          <a:stretch/>
        </p:blipFill>
        <p:spPr bwMode="auto">
          <a:xfrm>
            <a:off x="-972616" y="1649740"/>
            <a:ext cx="10116616" cy="14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5095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Change compiler version and </a:t>
            </a:r>
            <a:r>
              <a:rPr lang="en-US" altLang="zh-TW" sz="3600" dirty="0" smtClean="0"/>
              <a:t>coefficients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377" y="1772816"/>
            <a:ext cx="6096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763688" y="3645024"/>
            <a:ext cx="1728192" cy="394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916088" y="4869160"/>
            <a:ext cx="19358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684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Change TOOL_CHAIN and SIM in </a:t>
            </a:r>
            <a:r>
              <a:rPr lang="en-US" altLang="zh-TW" sz="3600" dirty="0" err="1" smtClean="0"/>
              <a:t>make.cfg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24744"/>
            <a:ext cx="7632848" cy="558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755576" y="4236243"/>
            <a:ext cx="2304256" cy="174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55576" y="4725144"/>
            <a:ext cx="2304256" cy="174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55576" y="5085184"/>
            <a:ext cx="2304256" cy="246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449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*Please use </a:t>
            </a:r>
            <a:r>
              <a:rPr lang="en-US" altLang="zh-TW" dirty="0" err="1" smtClean="0"/>
              <a:t>irun</a:t>
            </a:r>
            <a:r>
              <a:rPr lang="en-US" altLang="zh-TW" dirty="0" smtClean="0"/>
              <a:t> 14.2 &amp; </a:t>
            </a:r>
            <a:r>
              <a:rPr lang="en-US" altLang="zh-TW" dirty="0" err="1" smtClean="0"/>
              <a:t>verdi</a:t>
            </a:r>
            <a:r>
              <a:rPr lang="en-US" altLang="zh-TW" dirty="0" smtClean="0"/>
              <a:t> 201509</a:t>
            </a:r>
          </a:p>
          <a:p>
            <a:pPr marL="0" indent="0">
              <a:buNone/>
            </a:pPr>
            <a:r>
              <a:rPr lang="en-US" altLang="zh-TW" dirty="0" smtClean="0"/>
              <a:t>1.cd </a:t>
            </a:r>
            <a:r>
              <a:rPr lang="en-US" altLang="zh-TW" dirty="0"/>
              <a:t>sse050/ </a:t>
            </a:r>
            <a:r>
              <a:rPr lang="en-US" altLang="zh-TW" dirty="0" smtClean="0"/>
              <a:t>logical/</a:t>
            </a:r>
            <a:r>
              <a:rPr lang="en-US" altLang="zh-TW" dirty="0" err="1" smtClean="0"/>
              <a:t>testbench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execution_tb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2.make </a:t>
            </a:r>
            <a:r>
              <a:rPr lang="en-US" altLang="zh-TW" dirty="0"/>
              <a:t>compile, and make sure no error message.</a:t>
            </a:r>
          </a:p>
          <a:p>
            <a:r>
              <a:rPr lang="en-US" altLang="zh-TW" dirty="0"/>
              <a:t> </a:t>
            </a:r>
          </a:p>
          <a:p>
            <a:endParaRPr lang="zh-TW" altLang="en-US" dirty="0"/>
          </a:p>
        </p:txBody>
      </p:sp>
      <p:pic>
        <p:nvPicPr>
          <p:cNvPr id="1026" name="圖片 1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872049"/>
            <a:ext cx="9037616" cy="5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489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TW" sz="2400" dirty="0" smtClean="0"/>
              <a:t>3. make </a:t>
            </a:r>
            <a:r>
              <a:rPr lang="en-US" altLang="zh-TW" sz="2400" dirty="0"/>
              <a:t>run TESTNAME=$</a:t>
            </a:r>
            <a:r>
              <a:rPr lang="en-US" altLang="zh-TW" sz="2400" dirty="0" err="1"/>
              <a:t>testcase</a:t>
            </a:r>
            <a:endParaRPr lang="zh-TW" altLang="zh-TW" sz="2400" dirty="0"/>
          </a:p>
          <a:p>
            <a:pPr marL="0" indent="0">
              <a:buNone/>
            </a:pPr>
            <a:r>
              <a:rPr lang="en-US" altLang="zh-TW" sz="2400" dirty="0"/>
              <a:t>The $</a:t>
            </a:r>
            <a:r>
              <a:rPr lang="en-US" altLang="zh-TW" sz="2400" dirty="0" err="1"/>
              <a:t>testcase</a:t>
            </a:r>
            <a:r>
              <a:rPr lang="en-US" altLang="zh-TW" sz="2400" dirty="0"/>
              <a:t> can be any string in the following lists.</a:t>
            </a:r>
            <a:endParaRPr lang="zh-TW" altLang="zh-TW" sz="2400" dirty="0"/>
          </a:p>
          <a:p>
            <a:pPr marL="0" indent="0">
              <a:buNone/>
            </a:pPr>
            <a:r>
              <a:rPr lang="en-US" altLang="zh-TW" sz="2400" dirty="0" smtClean="0"/>
              <a:t>For </a:t>
            </a:r>
            <a:r>
              <a:rPr lang="en-US" altLang="zh-TW" sz="2400" dirty="0"/>
              <a:t>example, make run TESTNAME=</a:t>
            </a:r>
            <a:r>
              <a:rPr lang="en-US" altLang="zh-TW" sz="2400" dirty="0" err="1"/>
              <a:t>coremark</a:t>
            </a:r>
            <a:r>
              <a:rPr lang="en-US" altLang="zh-TW" sz="2400" dirty="0"/>
              <a:t>. The following figure shows the result.</a:t>
            </a:r>
            <a:endParaRPr lang="zh-TW" altLang="zh-TW" sz="2400" dirty="0"/>
          </a:p>
          <a:p>
            <a:endParaRPr lang="zh-TW" altLang="en-US" dirty="0"/>
          </a:p>
        </p:txBody>
      </p:sp>
      <p:pic>
        <p:nvPicPr>
          <p:cNvPr id="2050" name="圖片 2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80725"/>
            <a:ext cx="5256584" cy="3473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3488948"/>
            <a:ext cx="937042" cy="3171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676678" y="2803535"/>
            <a:ext cx="28785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TESTNAME List: </a:t>
            </a:r>
          </a:p>
          <a:p>
            <a:r>
              <a:rPr lang="en-US" altLang="zh-TW" dirty="0" smtClean="0"/>
              <a:t>logical\</a:t>
            </a:r>
            <a:r>
              <a:rPr lang="en-US" altLang="zh-TW" dirty="0" err="1" smtClean="0"/>
              <a:t>testbench</a:t>
            </a:r>
            <a:r>
              <a:rPr lang="en-US" altLang="zh-TW" dirty="0" smtClean="0"/>
              <a:t>\</a:t>
            </a:r>
            <a:r>
              <a:rPr lang="en-US" altLang="zh-TW" dirty="0" err="1" smtClean="0"/>
              <a:t>testcodes</a:t>
            </a:r>
            <a:r>
              <a:rPr lang="en-US" altLang="zh-TW" dirty="0" smtClean="0"/>
              <a:t>\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9611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4. Debug, open </a:t>
            </a:r>
            <a:r>
              <a:rPr lang="en-US" altLang="zh-TW" dirty="0" err="1" smtClean="0"/>
              <a:t>verdi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make debug TESTNAME=</a:t>
            </a:r>
            <a:r>
              <a:rPr lang="en-US" altLang="zh-TW" dirty="0" err="1"/>
              <a:t>coremark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606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4196</TotalTime>
  <Words>312</Words>
  <Application>Microsoft Office PowerPoint</Application>
  <PresentationFormat>如螢幕大小 (4:3)</PresentationFormat>
  <Paragraphs>66</Paragraphs>
  <Slides>19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Office 佈景主題</vt:lpstr>
      <vt:lpstr>Introduction of  M4 SSE-050 Coremark Build-Up</vt:lpstr>
      <vt:lpstr>Outline</vt:lpstr>
      <vt:lpstr>SSE-050 Build-Up Step</vt:lpstr>
      <vt:lpstr>SSE-050 Build-Up Steps</vt:lpstr>
      <vt:lpstr>SSE-050 Build-Up Steps</vt:lpstr>
      <vt:lpstr>Testcode Compilation  Main Directories for SSE-050 Subsystem</vt:lpstr>
      <vt:lpstr>Testcode Compilation  </vt:lpstr>
      <vt:lpstr>CoreMark Porting for SSE050 </vt:lpstr>
      <vt:lpstr>Download codes from github</vt:lpstr>
      <vt:lpstr>Change MEM_METHOD to MEM_STATIC</vt:lpstr>
      <vt:lpstr>Add UART &amp; SystemTick initial process </vt:lpstr>
      <vt:lpstr>Implement clock() by SysTick</vt:lpstr>
      <vt:lpstr>Implement clock() by SysTick</vt:lpstr>
      <vt:lpstr>Change operating clock freq. setting in C code</vt:lpstr>
      <vt:lpstr>Change compiler version and coefficients</vt:lpstr>
      <vt:lpstr>Change TOOL_CHAIN and SIM in make.cfg</vt:lpstr>
      <vt:lpstr>Run Simulation</vt:lpstr>
      <vt:lpstr>Run Simulation</vt:lpstr>
      <vt:lpstr>Run Simulation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sse050-r0p1-00rel0 Arm® CoreLinkTM SSE-050 Subsystem Quick Guideline</dc:title>
  <dc:creator>張宗賢</dc:creator>
  <cp:lastModifiedBy>張宗賢</cp:lastModifiedBy>
  <cp:revision>79</cp:revision>
  <dcterms:created xsi:type="dcterms:W3CDTF">2019-02-20T02:43:59Z</dcterms:created>
  <dcterms:modified xsi:type="dcterms:W3CDTF">2019-04-11T07:29:53Z</dcterms:modified>
</cp:coreProperties>
</file>